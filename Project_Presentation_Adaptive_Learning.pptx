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AI-Powered Adaptive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latin typeface="Times New Roman"/>
              </a:defRPr>
            </a:pPr>
            <a:r>
              <a:t>Hệ thống gợi ý lộ trình học tập và phân loại trình độ sinh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Nhóm: Hồ Hiểu Thanh · Lê Nhật Linh · La Thế Phong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Mã sinh viên, nhóm trưởng và nhóm phó: bổ sung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1. Bài toán và động lực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Sinh viên có chuyên cần, thời lượng tự học và kết quả đánh giá khác nhau.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Lộ trình học chung khó ưu tiên đúng các kỹ năng cần cải thiện.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Mục tiêu: phân loại mức học tập và đề xuất các hành động học tập dễ thực hiện.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Đây là nguyên mẫu hỗ trợ học tập, không thay thế đánh giá của giảng viên.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2. Dữ liệu và đặc trưng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1.200 bản ghi mô phỏng; 6 biến đầu vào và 1 nhãn mục tiêu.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Đầu vào: chuyên cần, giờ tự học, hoàn thành bài tập, điểm quiz, điểm giữa kỳ, tham gia.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Nhãn: Cần hỗ trợ / Đạt yêu cầu / Tốt.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Chia train/test phân tầng 80/20: 960 bản ghi huấn luyện, 240 kiểm thử.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Dữ liệu không phải hồ sơ sinh viên thật; kết quả chỉ minh họa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3.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Xử lý giá trị thiếu bằng median imputation; chuẩn hóa biến số.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So sánh Logistic Regression, Decision Tree và Random Forest.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Đánh giá bằng Accuracy, Macro-Precision, Macro-Recall và Macro-F1.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Chọn mô hình theo Macro-F1; dùng bộ quy tắc minh bạch để gợi ý lộ trình.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4. Kiến trúc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Streamlit UI → kiểm tra đầu vào → pipeline tiền xử lý → mô hình phân loại.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Mô hình trả về mức trình độ và xác suất dự đoán.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Bộ gợi ý kết hợp mức dự đoán với các chỉ số thấp để ưu tiên hành động.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Kết quả hiển thị trên giao diện và có thể tải thành tệp TXT.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5. Kết quả thực nghiệm mô phỏng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Mô hình chọn: Random Forest.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Accuracy: 62.92%.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Macro-Precision: 55.25%.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Macro-Recall: 55.56%.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Macro-F1: 54.94%.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Không diễn giải các chỉ số này là hiệu năng trên dữ liệu sinh viên thực tế.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6. Demo ứng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Mở ứng dụng bằng lệnh: streamlit run app.py.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Nhập 6 chỉ số bằng thanh trượt rồi chọn “Phân loại và tạo lộ trình”.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Xem mức dự đoán, xác suất mô hình và các khuyến nghị cá nhân hóa.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Tab “Khám phá dữ liệu” cho xem dữ liệu, phân bố nhãn và thống kê mô tả.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7. Kiểm thử và 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3 kiểm thử khói: dự đoán một mẫu, dự đoán theo lô, xử lý giá trị thiếu — đều đạt.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Nhãn được tạo theo quy tắc mô phỏng nên có nguy cơ đánh giá quá lạc quan hoặc không phản ánh thực tế.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Cần dữ liệu thật được phép sử dụng, ẩn danh, nhãn hợp lệ và kiểm định ngoài mẫu.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Không dùng nguyên mẫu để quyết định học vụ, học bổng hay xếp hạng sinh viên.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8. Phân công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Hồ Hiểu Thanh: dữ liệu, làm sạch và từ điển dữ liệu.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Lê Nhật Linh: EDA, huấn luyện và đánh giá mô hình.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La Thế Phong: kiến trúc, ứng dụng Streamlit, tích hợp và kiểm thử.</a:t>
            </a:r>
          </a:p>
          <a:p>
            <a:pPr>
              <a:spcAft>
                <a:spcPts val="1300"/>
              </a:spcAft>
              <a:defRPr sz="2100">
                <a:latin typeface="Times New Roman"/>
              </a:defRPr>
            </a:pPr>
            <a:r>
              <a:t>Hướng phát triển: dữ liệu thực tế, dashboard giảng viên, theo dõi tiến bộ theo tuần, đánh giá fairness.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PTIT | Phát triển các hệ thống thông minh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